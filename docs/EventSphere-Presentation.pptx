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B4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1B4B"/>
                </a:solidFill>
                <a:latin typeface="Arial"/>
              </a:rPr>
              <a:t>Automated tests by area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Registration &amp; waitlist</c:v>
                  </c:pt>
                  <c:pt idx="1">
                    <c:v>Event lifecycle</c:v>
                  </c:pt>
                  <c:pt idx="2">
                    <c:v>Security &amp; auth API</c:v>
                  </c:pt>
                  <c:pt idx="3">
                    <c:v>Password reset</c:v>
                  </c:pt>
                  <c:pt idx="4">
                    <c:v>AI, e-mail &amp; accounts</c:v>
                  </c:pt>
                  <c:pt idx="5">
                    <c:v>Check-in &amp; feedback</c:v>
                  </c:pt>
                  <c:pt idx="6">
                    <c:v>Scheduling clashes</c:v>
                  </c:pt>
                  <c:pt idx="7">
                    <c:v>Organizer requests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8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topic: Event Management Platform. One-line pitch: EventSphere runs the whole lifecycle of an event in one system, enforces real business rules, and uses AI where it saves the organizer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topic is one line; turning it into concrete pain points is part of the assessment. Each pain maps to a feature: live capacity + waitlist, auto-promotion, clash detection, QR check-in per session, attendance-verified feedback, and analytics.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seven steps left to right; this is also the order of the live demo. Three objectives: correct, effortless,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self-registers as organizer: participants request access and an admin approves - so only vetted people can publish events. Ownership rule: organizers manage only their own events; admins manage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show the real order. Hand-offs between lanes are the business rules: publishing opens registration; attending unlocks feedback; completing the event locks attendance and opens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Storing only decisions (status) and deriving the phase from time keeps data from going stale: nothing has to flip an event to "live" at midnight.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live in the backend services, so they hold for the UI, Swagger and any other client. Every rule has an automated test (slide on testing).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Stateless JWT means any number of API instances. External services (Gemini, Brevo) sit behind small adapters with fallbacks: the app works without AI keys and without e-mail (demo mode).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explain each: the row lock (SELECT ... FOR UPDATE via @Lock), the Clock bean for tests, status vs phase, and why rules live in services rather than controllers.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constraints: UNIQUE(event, participant) = one registration each; UNIQUE(registration, session) = no double check-in; CHECK rating 1-5. The database protects the rules even if code had a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CSV export, registration timeline, dark mode, responsive UI, animated dashboard, printable QR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layer, be ready to say why: e.g. Spring Boot for a structured, testable backend; Flyway so every environment has the same schema; Brevo because Render free blocks SMTP 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assessment explicitly asks about prompts and learnings - see docs/AI-USAGE.md for the prompt log, decisions and lessons.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Iterative-incremental suits a solo project with evolving requirements and fast feedback. Each increment ended in a working build, green tests and a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 tests run the real Flyway migrations and Hibernate validates the mapping, so schema drift fails the build. Time-based rules use a movable test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Live: eventsphere-web.onrender.com (first load after idle takes ~50 s on the free tier). The laptop demo uses local MySQL for speed and reliability.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server is the source of truth: hiding a button in the UI is never the protection - the API refuses the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strong interview stories: symptom, root cause, fix, and the test that now prevents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Reminders directly target the no-show metric the analytics already measures - a data-driven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demo to about 10 minutes. Open the live site a minute early (free tier wakes up slowly), or demo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image" Target="../media/image-15-3.png"/><Relationship Id="rId5" Type="http://schemas.openxmlformats.org/officeDocument/2006/relationships/image" Target="../media/image-15-4.png"/><Relationship Id="rId6" Type="http://schemas.openxmlformats.org/officeDocument/2006/relationships/image" Target="../media/image-15-5.png"/><Relationship Id="rId7" Type="http://schemas.openxmlformats.org/officeDocument/2006/relationships/image" Target="../media/image-15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1097280"/>
            <a:ext cx="4572000" cy="4572000"/>
          </a:xfrm>
          <a:prstGeom prst="ellipse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377440"/>
            <a:ext cx="3291840" cy="3291840"/>
          </a:xfrm>
          <a:prstGeom prst="ellipse">
            <a:avLst/>
          </a:prstGeom>
          <a:solidFill>
            <a:srgbClr val="C026D3">
              <a:alpha val="25000"/>
            </a:srgbClr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0" y="2926080"/>
            <a:ext cx="1463040" cy="1463040"/>
          </a:xfrm>
          <a:prstGeom prst="ellipse">
            <a:avLst/>
          </a:prstGeom>
          <a:solidFill>
            <a:srgbClr val="4F46E5">
              <a:alpha val="45000"/>
            </a:srgbClr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85800"/>
            <a:ext cx="685800" cy="6858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864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5087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Event Management Platform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80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Publish → Register → Check-in → Close → Feedback → Analyse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404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Disha Hambire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Thinqloud Campus Hiring · Application Development Assessment · Topic #10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80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eventsphere-web.onrender.com   ·   Code: github.com/Disha-Hambire/eventsphere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topic #10 - and what it really means for an organiser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834640" cy="3246120"/>
          </a:xfrm>
          <a:prstGeom prst="roundRect">
            <a:avLst>
              <a:gd name="adj" fmla="val 3871"/>
            </a:avLst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6971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24028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“Manage event registration, participants, sessions, attendance, speakers and post-event feedback.”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703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this runs on spreadsheets, e-mail threads, paper sign-in sheets and Google Forms.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520440" y="132588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0" y="1527048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359" y="1657807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70248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Overbooking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270248" y="1755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seat count - too many or turned away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32588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1527048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839" y="165780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67728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seats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967728" y="1755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Cancellations are never offered to the next person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520440" y="242316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657600" y="2624328"/>
            <a:ext cx="502920" cy="5029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359" y="2755087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70248" y="2578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&amp; room clashes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27024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speaker or room double-booked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217920" y="242316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355080" y="2624328"/>
            <a:ext cx="502920" cy="50292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839" y="2755087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67728" y="2578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attendance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696772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actually came? Which sessions worked?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520440" y="352044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657600" y="3721608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8359" y="3852367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270248" y="3675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feedback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270248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rate - even no-shows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6217920" y="3520440"/>
            <a:ext cx="25603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355080" y="3721608"/>
            <a:ext cx="502920" cy="5029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5839" y="3852367"/>
            <a:ext cx="241402" cy="241402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967728" y="3675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6967728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scattered; next event starts from zero</a:t>
            </a:r>
            <a:endParaRPr lang="en-US" sz="1050" dirty="0"/>
          </a:p>
        </p:txBody>
      </p:sp>
      <p:sp>
        <p:nvSpPr>
          <p:cNvPr id="39" name="Text 30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system for the whole lifecycle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has rules - EventSphere enforces them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5837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38988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74520" y="14173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1" y="158374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57860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3063240" y="1417320"/>
            <a:ext cx="640080" cy="64008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661" y="158374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3464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376732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251960" y="1417320"/>
            <a:ext cx="640080" cy="6400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158374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02336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495604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5440680" y="1417320"/>
            <a:ext cx="640080" cy="640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101" y="158374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1208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14476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6629400" y="1417320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5821" y="1583741"/>
            <a:ext cx="307238" cy="30723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40080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7333488" y="1737360"/>
            <a:ext cx="420624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7818120" y="1417320"/>
            <a:ext cx="640080" cy="6400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541" y="1583741"/>
            <a:ext cx="307238" cy="30723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58952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300" dirty="0"/>
          </a:p>
        </p:txBody>
      </p:sp>
      <p:sp>
        <p:nvSpPr>
          <p:cNvPr id="31" name="Shape 22"/>
          <p:cNvSpPr/>
          <p:nvPr/>
        </p:nvSpPr>
        <p:spPr>
          <a:xfrm>
            <a:off x="457200" y="274320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640080" y="29260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3044952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1207008" y="2999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40080" y="3520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Capacity, FIFO waitlist, clash checks and attendance-verified feedback - enforced in the backend, never only in the UI.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3246120" y="274320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3429000" y="29260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7872" y="3044952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3995928" y="2999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3429000" y="3520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tickets and a camera scanner at the door; AI writes event descriptions and summarises feedback.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6035040" y="274320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6217920" y="29260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6792" y="3044952"/>
            <a:ext cx="219456" cy="219456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6784848" y="2999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500" dirty="0"/>
          </a:p>
        </p:txBody>
      </p:sp>
      <p:sp>
        <p:nvSpPr>
          <p:cNvPr id="45" name="Text 33"/>
          <p:cNvSpPr txBox="1"/>
          <p:nvPr/>
        </p:nvSpPr>
        <p:spPr>
          <a:xfrm>
            <a:off x="6217920" y="3520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rate, attendance, no-shows, session popularity and ratings for every event.</a:t>
            </a:r>
            <a:endParaRPr lang="en-US" sz="1100" dirty="0"/>
          </a:p>
        </p:txBody>
      </p:sp>
      <p:sp>
        <p:nvSpPr>
          <p:cNvPr id="46" name="Text 34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roles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access, checked on the server for every request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3154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508760"/>
            <a:ext cx="640080" cy="64008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701" y="16751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97480"/>
            <a:ext cx="1645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the platform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organizer requests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Activates / deactivates users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manage every event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60320" y="1325880"/>
            <a:ext cx="1920240" cy="3154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821" y="16751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6032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697480"/>
            <a:ext cx="1645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events &amp; agenda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Publishes, completes, cancels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QR tickets at the door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reports &amp; AI summary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1325880"/>
            <a:ext cx="1920240" cy="3154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303520" y="1508760"/>
            <a:ext cx="640080" cy="6400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941" y="16751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6344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46320" y="2697480"/>
            <a:ext cx="1645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up in seconds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or joins waitlist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QR tickets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feedback after attending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66560" y="1325880"/>
            <a:ext cx="1920240" cy="3154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06640" y="1508760"/>
            <a:ext cx="640080" cy="640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3061" y="16751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76656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949440" y="2697480"/>
            <a:ext cx="1645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(no login)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directory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sessions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double-booked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what, in which order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880360"/>
            <a:ext cx="8229600" cy="1417320"/>
          </a:xfrm>
          <a:prstGeom prst="roundRect">
            <a:avLst>
              <a:gd name="adj" fmla="val 7742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533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535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speakers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00200" y="2075688"/>
            <a:ext cx="137160" cy="91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737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92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event (draft)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0" y="2075688"/>
            <a:ext cx="137160" cy="91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80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35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86200" y="2075688"/>
            <a:ext cx="137160" cy="91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23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78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66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21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per session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72200" y="2075688"/>
            <a:ext cx="137160" cy="91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09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2075688"/>
            <a:ext cx="137160" cy="914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52360" y="16916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07224" y="17373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report + AI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520440" y="32918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75304" y="33375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92040" y="32918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46904" y="33375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/ waitlist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12280" y="3291840"/>
            <a:ext cx="1005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67144" y="3337560"/>
            <a:ext cx="896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feedback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flipH="1">
            <a:off x="4023360" y="2468880"/>
            <a:ext cx="502920" cy="82296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26280" y="3675888"/>
            <a:ext cx="365760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5440680" y="2468880"/>
            <a:ext cx="228600" cy="82296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812280" y="2468880"/>
            <a:ext cx="411480" cy="82296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7818120" y="2468880"/>
            <a:ext cx="91440" cy="82296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cancelled seat is given to waitlist #1 automatically · feedback opens only after completion, only for attendees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two state machines drive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what the organiser decided · Phase (Upcoming / Live / Ended) = derived from 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lifecycle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103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210312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2103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21031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21031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17320" y="3291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32918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91640" y="2295144"/>
            <a:ext cx="22860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2295144"/>
            <a:ext cx="18288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88720" y="2487168"/>
            <a:ext cx="548640" cy="804672"/>
          </a:xfrm>
          <a:prstGeom prst="line">
            <a:avLst/>
          </a:prstGeom>
          <a:noFill/>
          <a:ln w="19050">
            <a:solidFill>
              <a:srgbClr val="E11D4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194560" y="2487168"/>
            <a:ext cx="292608" cy="804672"/>
          </a:xfrm>
          <a:prstGeom prst="line">
            <a:avLst/>
          </a:prstGeom>
          <a:noFill/>
          <a:ln w="19050">
            <a:solidFill>
              <a:srgbClr val="E11D4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1463040" y="1810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publish: needs ≥1 session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26060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complete: after start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94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invisible to participants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drafts can be deleted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/ cancelled = read-only history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09160" y="132588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8920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lifecycle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0" y="21031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1031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32320" y="21031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0" y="21031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80760" y="3291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80760" y="32918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 flipH="1">
            <a:off x="6263640" y="2221992"/>
            <a:ext cx="868680" cy="914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263640" y="23317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(FIFO)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69280" y="2487168"/>
            <a:ext cx="685800" cy="804672"/>
          </a:xfrm>
          <a:prstGeom prst="line">
            <a:avLst/>
          </a:prstGeom>
          <a:noFill/>
          <a:ln w="19050">
            <a:solidFill>
              <a:srgbClr val="E11D4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6995160" y="2487168"/>
            <a:ext cx="777240" cy="804672"/>
          </a:xfrm>
          <a:prstGeom prst="line">
            <a:avLst/>
          </a:prstGeom>
          <a:noFill/>
          <a:ln w="19050">
            <a:solidFill>
              <a:srgbClr val="E11D48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892040" y="1810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free?  yes → confirmed · no → waitlist #n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892040" y="3794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registration per person per event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before start → next in queue promoted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lock: two people never get the last seat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business rules, all enforced in the service layer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returns a human message - e.g. "Priya is already speaking at AI Keynote (11:00-12:00)"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612087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scheduling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≤ start; end &gt; start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needs ≥ 1 session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never below confirmed seats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inside the event window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speaker or room double-booking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481328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612087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waitlist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447288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published events, before deadline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registration per person per event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→ FIFO waitlist with position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→ first in queue promoted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overlapping confirmed events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481328"/>
            <a:ext cx="502920" cy="5029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61208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&amp; feedback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36208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confirmed tickets check in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30 min before the session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scan → "already checked in"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only after completion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attendees rate, once each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tiers, stateless API, external services behind small adapters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2402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2763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43000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(React SPA)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176479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· Tailwind · Recharts · QR scanner &amp; tickets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46120" y="1371600"/>
            <a:ext cx="274320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83280" y="150876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162763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31920" y="14904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 API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1764792"/>
            <a:ext cx="1965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429000" y="19202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956816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validation + Swagger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429000" y="2523744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520440" y="256032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R1-R20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29000" y="3127248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3163824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429000" y="3730752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EEF2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520440" y="3767328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roles from DB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37960" y="137160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675120" y="1508760"/>
            <a:ext cx="457200" cy="4572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2" y="162763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223760" y="1490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223760" y="1764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migrations V1-V4 · Aiven (cloud) / local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457200" y="3108960"/>
            <a:ext cx="22402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94360" y="324612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364992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143000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1143000" y="350215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Render: static site + Docker web service · Docker Compose locally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537960" y="310896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675120" y="3246120"/>
            <a:ext cx="457200" cy="45720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3364992"/>
            <a:ext cx="219456" cy="2194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223760" y="3227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223760" y="350215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(AI) · Brevo API / Gmail SMTP (e-mail)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2697480" y="2011680"/>
            <a:ext cx="54864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2651760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HTTPS/JSON + JWT</a:t>
            </a:r>
            <a:endParaRPr lang="en-US" sz="800" dirty="0"/>
          </a:p>
        </p:txBody>
      </p:sp>
      <p:sp>
        <p:nvSpPr>
          <p:cNvPr id="39" name="Shape 32"/>
          <p:cNvSpPr/>
          <p:nvPr/>
        </p:nvSpPr>
        <p:spPr>
          <a:xfrm>
            <a:off x="5989320" y="2011680"/>
            <a:ext cx="54864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0" name="Text 33"/>
          <p:cNvSpPr txBox="1"/>
          <p:nvPr/>
        </p:nvSpPr>
        <p:spPr>
          <a:xfrm>
            <a:off x="5989320" y="1737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JDBC/TLS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5989320" y="3749040"/>
            <a:ext cx="54864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2" name="Text 35"/>
          <p:cNvSpPr txBox="1"/>
          <p:nvPr/>
        </p:nvSpPr>
        <p:spPr>
          <a:xfrm>
            <a:off x="598932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design decisions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code is shaped the way it is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5087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16514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447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packages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7282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repository; DTO records at the edges; one global error format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17720" y="1325880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82312" y="150876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958" y="16514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4447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Pessimistic row lock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17282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locks the event row: concurrent requests can never overbook the last seat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404872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" y="2587752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730398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2523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Clock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28072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Deadlines and check-in windows are testable by moving time in tests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17720" y="2404872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82312" y="2587752"/>
            <a:ext cx="548640" cy="5486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958" y="2730398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86400" y="2523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migrations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0" y="28072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schema V1-V4; Hibernate never changes tables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483864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21792" y="3666744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438" y="3809390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36027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queries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3886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went from 46 to 9 SQL queries (events list 25 → 4)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617720" y="3483864"/>
            <a:ext cx="40233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782312" y="3666744"/>
            <a:ext cx="548640" cy="54864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4958" y="3809390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486400" y="36027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 fallback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0" y="3886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when configured, rule-based generator otherwise - demo never breaks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(MySQL)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business tables + Flyway history · foreign keys, UNIQUE and CHECK constraints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69164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C026D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325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1627632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PK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 UNIQUE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password_hash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· active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0" y="1325880"/>
            <a:ext cx="178308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0" y="1325880"/>
            <a:ext cx="1783080" cy="27432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16352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1627632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PK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organizer_id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· capacity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/ end / deadline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20640" y="1325880"/>
            <a:ext cx="169164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1325880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3792" y="1325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event_sessions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193792" y="1627632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PK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speaker_id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· start / end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0" y="1325880"/>
            <a:ext cx="1371600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0" y="13258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88352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388352" y="1627632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PK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 UNIQUE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organization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0" y="2834640"/>
            <a:ext cx="1783080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0" y="2834640"/>
            <a:ext cx="1783080" cy="27432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16352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16352" y="3136392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event_id+participant UQ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· ticket_code UQ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registered_at (queue)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120640" y="2834640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5875">
            <a:solidFill>
              <a:srgbClr val="D9770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120640" y="2834640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93792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193792" y="3136392"/>
            <a:ext cx="158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registration_id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UQ(registration,session)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2834640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5875">
            <a:solidFill>
              <a:srgbClr val="E11D4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2834640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30352" y="3136392"/>
            <a:ext cx="158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event+participant UQ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 1-5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would_recommend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315200" y="2743200"/>
            <a:ext cx="1371600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315200" y="274320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88352" y="2743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organizer_requests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388352" y="3044952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 FK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decided_by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0" y="3886200"/>
            <a:ext cx="137160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315200" y="388620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88352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password_reset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41879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BCrypt hash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 · attempts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48840" y="1600200"/>
            <a:ext cx="594360" cy="91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526280" y="1600200"/>
            <a:ext cx="594360" cy="91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6812280" y="1600200"/>
            <a:ext cx="502920" cy="91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630168" y="2368296"/>
            <a:ext cx="914" cy="4663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526280" y="3154680"/>
            <a:ext cx="594360" cy="91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961888" y="2368296"/>
            <a:ext cx="914" cy="4663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280160" y="2368296"/>
            <a:ext cx="914" cy="4663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148840" y="2011680"/>
            <a:ext cx="594360" cy="10058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57200" y="44348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and reset codes are stored only as BCrypt hashes.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organiser and participant actually get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16514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registration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seats, FIFO waitlist with position, auto-promotion, overlap guard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50876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46" y="16514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14800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tickets &amp; scanner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Unguessable codes, phone-camera scanner, per-session attendance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0876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566" y="165140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03720" y="15727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Conflict-free agenda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48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and room clash detection across events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9718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2973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2588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(Gemini)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event descriptions; feedback summary with action items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46120" y="29718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29000" y="3154680"/>
            <a:ext cx="548640" cy="5486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1646" y="3297326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11480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3429000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&amp; attendance rate, no-shows, session popularity, ratings, trends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35040" y="29718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17920" y="315468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0566" y="329732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90372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&amp; security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6217920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roles, e-mailed 6-digit reset code, organizer approval workflow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 - and what each part does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reliability, explainability and zero cost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20440"/>
                <a:gridCol w="3474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19, Vite 8, React Router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Single-page app, fast dev server,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CSS 4, Motion, lucide icons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Glassmorphism design, dark mode, animations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&amp; QR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Recharts, qrcode.react, html5-qrcode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Dashboards; QR tickets; camera scanner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21, Spring Boot 3.5 (Web, Validation)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 and all business rules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Security, JWT (Nimbus), BCrypt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Login, roles, password hashing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Data JPA / Hibernate, MySQL 8, Flyway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ORM, relational DB, versioned 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&amp; e-mail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API, Brevo API, Gmail SMTP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Descriptions &amp; summaries; reset codes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 &amp;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springdoc Swagger, JUnit 5, MockMvc, H2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API docs; 47 automated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Docker, Compose, GitHub Actions, Render, Aiven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Containers, CI/CD, hosting, cloud 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 - and how AI helped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accelerated the work; every decision was reviewed and tested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904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24128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(Claude Code)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design, code, tests, debugging, deployment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457200" cy="457200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49047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67328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67328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control, history, CI with GitHub Actions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31343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24128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/ IntelliJ, Maven, npm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1024128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Editing, builds, dependency management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200400" y="2194560"/>
            <a:ext cx="457200" cy="4572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231343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767328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Workbench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3767328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data, run the demo queries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57200" y="3017520"/>
            <a:ext cx="457200" cy="4572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36392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24128" y="2971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102412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MySQL + API + web in containers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3200400" y="301752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3136392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767328" y="2971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&amp; DevTools</a:t>
            </a:r>
            <a:endParaRPr lang="en-US" sz="1150" dirty="0"/>
          </a:p>
        </p:txBody>
      </p:sp>
      <p:sp>
        <p:nvSpPr>
          <p:cNvPr id="27" name="Text 19"/>
          <p:cNvSpPr txBox="1"/>
          <p:nvPr/>
        </p:nvSpPr>
        <p:spPr>
          <a:xfrm>
            <a:off x="376732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API tests (plus curl), network &amp; console checks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959352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24128" y="3794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Render, Aiven, Brevo</a:t>
            </a:r>
            <a:endParaRPr lang="en-US" sz="1150" dirty="0"/>
          </a:p>
        </p:txBody>
      </p:sp>
      <p:sp>
        <p:nvSpPr>
          <p:cNvPr id="31" name="Text 22"/>
          <p:cNvSpPr txBox="1"/>
          <p:nvPr/>
        </p:nvSpPr>
        <p:spPr>
          <a:xfrm>
            <a:off x="1024128" y="4069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Hosting, managed MySQL, transactional e-mail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3200400" y="384048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9272" y="3959352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767328" y="3794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</p:txBody>
      </p:sp>
      <p:sp>
        <p:nvSpPr>
          <p:cNvPr id="35" name="Text 25"/>
          <p:cNvSpPr txBox="1"/>
          <p:nvPr/>
        </p:nvSpPr>
        <p:spPr>
          <a:xfrm>
            <a:off x="3767328" y="4069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inside the product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6035040" y="13258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27"/>
          <p:cNvSpPr txBox="1"/>
          <p:nvPr/>
        </p:nvSpPr>
        <p:spPr>
          <a:xfrm>
            <a:off x="621792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worked with AI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for the problem statement, then the rules, before any code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small increments, tested each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app, found real bugs, fixed them with tests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and can explain every design decision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SDLC: Iterative &amp; Incremental (Agile)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fits: requirements grew from feedback, and each increment was a working, tested product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554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lifecycle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4028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R1-R20, API, tests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0" y="2121408"/>
            <a:ext cx="128016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554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22576" y="1554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22576" y="1554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249424" y="19385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49424" y="224028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UI, dashboard, dark mode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94176" y="2121408"/>
            <a:ext cx="128016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554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005072" y="1554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05072" y="1554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9385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224028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check-in, Gemini AI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76672" y="2121408"/>
            <a:ext cx="128016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554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87568" y="1554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87568" y="1554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614416" y="19385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14416" y="224028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CI/CD, cloud deploy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059168" y="2121408"/>
            <a:ext cx="128016" cy="914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554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554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70064" y="1554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5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296912" y="1938528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296912" y="224028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codes, organizer approval, performance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increment ran the same loop: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3716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3716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2860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2860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1148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1148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0" y="34290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0" y="34290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035040" y="301752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6217920" y="3127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Waterfall?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changed along the way (e-mail codes, organizer approval, cloud limits). Iterations absorbed them without a restart, and tests guarded every step.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931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SMTP blocked on free hosting → Brevo API in the next increment; slow cloud dashboard → query optimisation.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automated tests, run on every push by GitHub Actions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257800" y="1280160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652" y="1380012"/>
            <a:ext cx="184343" cy="18434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742432" y="12618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5742432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fallback, e-mail adapter (mocked HTTP)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5257800" y="182880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652" y="1928652"/>
            <a:ext cx="184343" cy="18434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742432" y="1810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5742432" y="20299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+ real Flyway schema on H2 (MySQL mode)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7652" y="2477292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42432" y="2359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security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5742432" y="2578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MockMvc: 401 / 403 / role changes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5257800" y="29260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652" y="302593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742432" y="29077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tests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742432" y="3127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for every bug found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5257800" y="3474720"/>
            <a:ext cx="384048" cy="38404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7652" y="3574572"/>
            <a:ext cx="184343" cy="184343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742432" y="34564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E2E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5742432" y="36758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flows on laptop, Docker and cloud</a:t>
            </a:r>
            <a:endParaRPr lang="en-US" sz="950" dirty="0"/>
          </a:p>
        </p:txBody>
      </p:sp>
      <p:sp>
        <p:nvSpPr>
          <p:cNvPr id="25" name="Shape 17"/>
          <p:cNvSpPr/>
          <p:nvPr/>
        </p:nvSpPr>
        <p:spPr>
          <a:xfrm>
            <a:off x="5257800" y="40233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57652" y="4123212"/>
            <a:ext cx="184343" cy="184343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742432" y="40050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28" name="Text 19"/>
          <p:cNvSpPr txBox="1"/>
          <p:nvPr/>
        </p:nvSpPr>
        <p:spPr>
          <a:xfrm>
            <a:off x="5742432" y="42245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SQL per page: 46 → 9</a:t>
            </a:r>
            <a:endParaRPr lang="en-US" sz="950" dirty="0"/>
          </a:p>
        </p:txBody>
      </p:sp>
      <p:sp>
        <p:nvSpPr>
          <p:cNvPr id="29" name="Text 20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CI/CD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→ tested → built → live, on free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5568" y="1481328"/>
            <a:ext cx="548640" cy="548640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8214" y="1623974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084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591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main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31720" y="2057400"/>
            <a:ext cx="27432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06040" y="13716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64408" y="1481328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7054" y="1623974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06040" y="2084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606040" y="23591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· build · Docker images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480560" y="2057400"/>
            <a:ext cx="27432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54880" y="13716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13248" y="148132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5894" y="1623974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754880" y="2084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API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0" y="23591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web service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629400" y="2057400"/>
            <a:ext cx="274320" cy="91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903720" y="13716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562088" y="1481328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4734" y="1623974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03720" y="2084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Web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23591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React site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57200" y="30175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640080" y="3127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4747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Aiven MySQL (managed, TLS required)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Brevo e-mail API (Render free blocks SMTP ports)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only in environment variables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663440" y="301752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4846320" y="3127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offline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4846320" y="34747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up: MySQL + API + nginx web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run-backend.ps1: local MySQL + Gmail e-mail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checks: /actuator/health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production readiness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real clients, not just the demo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50876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684" y="1646652"/>
            <a:ext cx="254569" cy="2545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45389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JWT; roles re-read from DB each request - promotion or lock-out applies instantly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17720" y="132588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82312" y="150876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204" y="1646652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58968" y="145389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passwords; 6-digit reset codes hashed, 10-min expiry, 5-attempt lockout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237744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1792" y="256032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84" y="2698212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98448" y="250545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responses never reveal whether an e-mail is registered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617720" y="237744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4782312" y="256032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204" y="2698212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58968" y="250545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Organizers approved by an admin; ownership checks on every event action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7200" y="342900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21792" y="361188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84" y="374977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98448" y="35570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demo accounts disabled in production (DISABLE_DEMO_ACCOUNTS)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4617720" y="3429000"/>
            <a:ext cx="402336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4782312" y="3611880"/>
            <a:ext cx="530352" cy="530352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0204" y="3749772"/>
            <a:ext cx="254569" cy="254569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58968" y="35570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allow-list, CSV formula-injection guard, secrets only in env vars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what I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problems found by running the app - each fixed and covered by a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→ 9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per dashboard load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417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 → ~6 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dashboard, before moving regions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188720"/>
          </a:xfrm>
          <a:prstGeom prst="roundRect">
            <a:avLst>
              <a:gd name="adj" fmla="val 9231"/>
            </a:avLst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417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0 failing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5" y="2895905"/>
            <a:ext cx="197510" cy="19751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87552" y="2743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showed #3 instead of #2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987552" y="3017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clock precision vs MySQL microseconds - truncate timestamps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278892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705" y="2895905"/>
            <a:ext cx="197510" cy="19751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148072" y="2743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columns shifted in Excel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148072" y="3017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contain commas - quote every text field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370332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5" y="3810305"/>
            <a:ext cx="197510" cy="19751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" y="3657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failed on free hosting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987552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ports blocked - added Brevo HTTPS adapter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617720" y="370332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705" y="3810305"/>
            <a:ext cx="197510" cy="19751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148072" y="3657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pages in the cloud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5148072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N+1 queries across continents - batch with GROUP BY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next steps once real organisers use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6852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tickets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gateway, refunds on cancellation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13716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554480"/>
            <a:ext cx="502920" cy="50292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68523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69080" y="1600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offline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scanner that works without internet at the door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5448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68523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58000" y="1600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Auto-issued participation certificates for attendees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23971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3154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/ WhatsApp reminders to cut no-shows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4612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29000" y="3108960"/>
            <a:ext cx="502920" cy="5029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23971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69080" y="3154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Multi-organisation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342900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colleges or companies on one platform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3504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23971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58000" y="3154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621792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the API next to the database (Singapore region)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6858000" y="4828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  · 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3108960"/>
            <a:ext cx="3840480" cy="3840480"/>
          </a:xfrm>
          <a:prstGeom prst="ellipse">
            <a:avLst/>
          </a:prstGeom>
          <a:solidFill>
            <a:srgbClr val="7C3AED">
              <a:alpha val="28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914400"/>
            <a:ext cx="3291840" cy="3291840"/>
          </a:xfrm>
          <a:prstGeom prst="ellipse">
            <a:avLst/>
          </a:prstGeom>
          <a:solidFill>
            <a:srgbClr val="C026D3">
              <a:alpha val="25000"/>
            </a:srgbClr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Organizer: create event → AI description → agenda (speaker clash)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Participant: full event → cancel → waitlist promotion → QR ticket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Door: scan QR → duplicate scan → invalid ticket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analytics → AI feedback summary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approve an organizer request · forgot-password code by e-mail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eventsphere-web.onrender.com  ·  github.com/Disha-Hambire/eventsphere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EventSphere - AI-powered Event Management Platform</dc:title>
  <dc:subject>PptxGenJS Presentation</dc:subject>
  <dc:creator>Disha Hambire</dc:creator>
  <cp:lastModifiedBy>Disha Hambire</cp:lastModifiedBy>
  <cp:revision>1</cp:revision>
  <dcterms:created xsi:type="dcterms:W3CDTF">2026-09-28T02:20:13Z</dcterms:created>
  <dcterms:modified xsi:type="dcterms:W3CDTF">2026-09-28T02:20:13Z</dcterms:modified>
</cp:coreProperties>
</file>