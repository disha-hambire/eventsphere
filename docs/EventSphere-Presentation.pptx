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Automated tests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Registration &amp; waitlist</c:v>
                  </c:pt>
                  <c:pt idx="1">
                    <c:v>Event lifecycle</c:v>
                  </c:pt>
                  <c:pt idx="2">
                    <c:v>Security &amp; auth API</c:v>
                  </c:pt>
                  <c:pt idx="3">
                    <c:v>Password reset</c:v>
                  </c:pt>
                  <c:pt idx="4">
                    <c:v>AI, e-mail &amp; accounts</c:v>
                  </c:pt>
                  <c:pt idx="5">
                    <c:v>Check-in &amp; feedback</c:v>
                  </c:pt>
                  <c:pt idx="6">
                    <c:v>Scheduling clashes</c:v>
                  </c:pt>
                  <c:pt idx="7">
                    <c:v>Organizer requests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8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topic: Event Management Platform. One-line pitch: EventSphere runs the whole lifecycle of an event in one system, enforces real business rules, and uses AI where it saves the organizer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topic is one line; turning it into concrete pain points is part of the assessment. Each pain maps to a feature: live capacity + waitlist, auto-promotion, clash detection, QR check-in per session, attendance-verified feedback, and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 steps left to right; this is also the order of the live demo. Three objectives: correct, effortless,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self-registers as organizer: participants request access and an admin approves - so only vetted people can publish events. Ownership rule: organizers manage only their own events; admins manage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show the real order. Hand-offs between lanes are the business rules: publishing opens registration; attending unlocks feedback; completing the event locks attendance and opens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Storing only decisions (status) and deriving the phase from time keeps data from going stale: nothing has to flip an event to "live" at midnight.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live in the backend services, so they hold for the UI, Swagger and any other client. Every rule has an automated test (slide on testing).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overlap formula - it is the whole clash logic in one line, and it correctly allows back-to-back sessions. Capacity edits reuse the same waitlist engine as cancellations.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is the key engineering point: SELECT ... FOR UPDATE on the event row serialises concurrent registrations, so two people can never both take the last seat.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is per session, which is what makes session-popularity analytics and the attendance-verified feedback rule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only attendees can rate, the ratings are trustworthy - that was one of the original pain points. The AI never blocks the product: every AI call has a deterministic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role from the database on each request means an approval or a deactivation takes effect on the next click - no waiting for the login token to expire.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Stateless JWT means any number of API instances. External services (Gemini, Brevo) sit behind small adapters with fallbacks: the app works without AI keys and without e-mail (demo mode).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each: the row lock (SELECT ... FOR UPDATE via @Lock), the Clock bean for tests, status vs phase, and why rules live in services rather than controllers.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constraints: UNIQUE(event, participant) = one registration each; UNIQUE(registration, session) = no double check-in; CHECK rating 1-5. The database protects the rules even if code had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CSV export, registration timeline, dark mode, responsive UI, animated dashboard, printable QR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layer, be ready to say why: e.g. Spring Boot for a structured, testable backend; Flyway so every environment has the same schema; Brevo because Render free blocks SMTP 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assessment explicitly asks about prompts and learnings - see docs/AI-USAGE.md for the prompt log, decisions and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Iterative-incremental suits a solo project with evolving requirements and fast feedback. Each increment ended in a working build, green tests and a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tests run the real Flyway migrations and Hibernate validates the mapping, so schema drift fails the build. Time-based rules use a movable test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eventsphere-web.onrender.com (first load after idle takes ~50 s on the free tier). The laptop demo uses local MySQL for speed and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server is the source of truth: hiding a button in the UI is never the protection - the API refuses the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strong interview stories: symptom, root cause, fix, and the test that now prevents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Reminders directly target the no-show metric the analytics already measures - a data-driven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to about 10 minutes. Open the live site a minute early (free tier wakes up slowly), or demo on the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image" Target="../media/image-20-4.png"/><Relationship Id="rId6" Type="http://schemas.openxmlformats.org/officeDocument/2006/relationships/image" Target="../media/image-20-5.png"/><Relationship Id="rId7" Type="http://schemas.openxmlformats.org/officeDocument/2006/relationships/image" Target="../media/image-2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4572000" cy="45720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2926080"/>
            <a:ext cx="1463040" cy="1463040"/>
          </a:xfrm>
          <a:prstGeom prst="ellipse">
            <a:avLst/>
          </a:prstGeom>
          <a:solidFill>
            <a:srgbClr val="4F46E5">
              <a:alpha val="4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858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8641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08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Event Management Platform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Publish → Register → Check-in → Close → Feedback → Analyse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Hambire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Thinqloud Campus Hiring · Application Development Assessment · Topic #10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eventsphere-web.onrender.com   ·   Code: github.com/Disha-Hambire/eventsphere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topic #10 - and what it really means for an organiser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 event registration, participants, sessions, attendance, speakers and post-event feedback.”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this runs on spreadsheets, e-mail threads, paper sign-in sheets and Google Forms.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32588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52704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165780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70248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270248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seat count - too many or turned away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52704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165780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67728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seats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967728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are never offered to the next person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520440" y="242316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0" y="2624328"/>
            <a:ext cx="502920" cy="5029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359" y="275508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70248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&amp; room clashes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270248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speaker or room double-booked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17920" y="242316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55080" y="262432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275508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67728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attendance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967728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came? Which sessions worked?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20440" y="352044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7600" y="37216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8359" y="385236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70248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feedback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270248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rate - even no-shows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17920" y="352044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55080" y="372160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839" y="3852367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967728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967728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scattered; next event starts from zero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one system for the whole lifecycle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has rules - EventSphere enforces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8988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74520" y="14173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1" y="15837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57860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063240" y="1417320"/>
            <a:ext cx="640080" cy="64008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61" y="15837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46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76732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158374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2336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95604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440680" y="141732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101" y="158374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120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4476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629400" y="14173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5821" y="158374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333488" y="1737360"/>
            <a:ext cx="42062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7818120" y="141732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541" y="158374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895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27432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3044952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07008" y="2999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400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FIFO waitlist, clash checks and attendance-verified feedback - enforced in the backend, never only in the UI.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3246120" y="27432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3429000" y="2926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044952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995928" y="2999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tickets and a camera scanner at the door; AI writes event descriptions and summarises feedback.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6035040" y="27432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217920" y="29260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792" y="304495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84848" y="2999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621792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rate, attendance, no-shows, session popularity and ratings for every event.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checked on the server for every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16751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the platform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organizer requests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/ deactivates users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manage every event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32588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5087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821" y="16751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69748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events &amp; agenda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Publishes, completes, cancels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tickets at the door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reports &amp; AI summary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32588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16751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69748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up in seconds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or joins waitlist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QR tickets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feedback after attending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66560" y="132588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06640" y="150876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061" y="16751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6656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269748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(no login)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directory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sessions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double-booked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in which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88036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53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speakers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0200" y="2075688"/>
            <a:ext cx="137160" cy="914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37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2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 (draft)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0" y="2075688"/>
            <a:ext cx="137160" cy="914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35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86200" y="2075688"/>
            <a:ext cx="137160" cy="914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23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78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21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per 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075688"/>
            <a:ext cx="137160" cy="914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0" y="2075688"/>
            <a:ext cx="137160" cy="914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16916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07224" y="17373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report + AI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32918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75304" y="33375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2918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46904" y="33375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waitlist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329184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67144" y="333756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flipH="1">
            <a:off x="4023360" y="2468880"/>
            <a:ext cx="50292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26280" y="3675888"/>
            <a:ext cx="36576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5440680" y="2468880"/>
            <a:ext cx="22860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12280" y="2468880"/>
            <a:ext cx="41148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7818120" y="2468880"/>
            <a:ext cx="9144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cancelled seat is given to waitlist #1 automatically · feedback opens only after completion, only for attendees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two state machines drive everything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what the organiser decided · Phase (Upcoming / Live / Ended) = derived from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lifecycle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10312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21031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103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3291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2295144"/>
            <a:ext cx="22860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2295144"/>
            <a:ext cx="18288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88720" y="2487168"/>
            <a:ext cx="548640" cy="80467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194560" y="2487168"/>
            <a:ext cx="292608" cy="80467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46304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needs ≥1 session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after start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invisible to participants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drafts can be deleted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cancelled = read-only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920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lifecycle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21031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21031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2103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H="1">
            <a:off x="6263640" y="2221992"/>
            <a:ext cx="868680" cy="914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263640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(FIFO)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2487168"/>
            <a:ext cx="685800" cy="80467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6995160" y="2487168"/>
            <a:ext cx="777240" cy="80467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9204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free?  yes → confirmed · no → waitlist #n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registration per person per event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before start → next in queue promoted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lock: two people never get the last seat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business rules, all enforced in the service layer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returns a human message - e.g. "Priya is already speaking at AI Keynote (11:00-12:00)"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12087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scheduling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≤ start; end &gt; start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needs ≥ 1 session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never below confirmed seats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inside the event window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speaker or room double-booking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8132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6120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waitlist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published events, before deadline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registration per person per event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→ FIFO waitlist with position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→ first in queue promoted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overlapping confirmed events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8132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61208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feedback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confirmed tickets check in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30 min before the session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scan → "already checked in"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only after completion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attendees rate, once each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events &amp; 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service checks before an event or session is saved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179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rules (EventService)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the future · end &gt; start · deadline ≤ start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4323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32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2404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DRAFT · ≥ 1 session · deadline still ahead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8529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852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capacity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2825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capacity ≥ confirmed seats; if it grows → promote waitlist (FIFO)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32735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273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dates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7830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session must still fit inside the event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369417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694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3666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PUBLISHED and the event has started → opens feedback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41148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114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78308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drafts; published events are cancelled, never deleted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581912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440680" y="15179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detection (SessionService)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4892040" y="201168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 ⇔  aStart &lt; bEnd  AND  bStart &lt; aEnd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983480" y="3108960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0060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594360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708660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5120640" y="2560320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120640" y="2560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· Priya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355080" y="2834640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55080" y="2834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Priya  ✗ clash</a:t>
            </a:r>
            <a:endParaRPr lang="en-US" sz="850" dirty="0"/>
          </a:p>
        </p:txBody>
      </p:sp>
      <p:sp>
        <p:nvSpPr>
          <p:cNvPr id="40" name="Text 36"/>
          <p:cNvSpPr txBox="1"/>
          <p:nvPr/>
        </p:nvSpPr>
        <p:spPr>
          <a:xfrm>
            <a:off x="489204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checked across ALL draft / published events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Room: checked within the same event (case-insensitive)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(11:00 end, 11:00 start) is allowed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names the conflicting session and its time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smart registration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RegistrationService.register() - checks run in this order, inside one database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17904"/>
            <a:ext cx="329184" cy="32918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event row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0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39696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31136" y="1517904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1136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is published?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"Registration is not open"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94176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22192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13632" y="1517904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1363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deadline?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822192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"Registration closed on …"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76672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04688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1517904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80176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already registered?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"You already have a seat / are on the waitlist"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59168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87184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78624" y="1517904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62672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seat elsewhere?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"You already have a seat at X, which overlaps"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7280" y="2743200"/>
            <a:ext cx="1920240" cy="1234440"/>
          </a:xfrm>
          <a:prstGeom prst="diamond">
            <a:avLst/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25880" y="3127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&lt; capacity 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13648" y="2039112"/>
            <a:ext cx="914" cy="63093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7400" y="2670048"/>
            <a:ext cx="655624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2670048"/>
            <a:ext cx="914" cy="1188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383280" y="26974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520440" y="2788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CONFIRMED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520440" y="30815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ticket code ES-XXXX-XXXX · QR ticket ready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37033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3520440" y="3794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WAITLISTED #n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520440" y="40873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waitlisted people who registered earlier + 1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V="1">
            <a:off x="3017520" y="3108960"/>
            <a:ext cx="365760" cy="137160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057400" y="3977640"/>
            <a:ext cx="1325880" cy="13716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989320" y="269748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144768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→ promotion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144768" y="312724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only before the event starts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CONFIRMED seat is freed, the earliest WAITLISTED person is promoted (FIFO by registered_at)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Re-registering puts you at the back of the queue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QR check-in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AttendanceService.checkIn() - what happens when a ticket is scanned at the door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1790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code exists?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"Invalid ticket: no registration for code …"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31136" y="151790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31136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still PUBLISHED?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"Attendance is locked" once completed / cancelled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94176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13632" y="151790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1363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is for THIS event?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22192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"This ticket is for &lt;other event&gt;"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76672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96128" y="151790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9612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80176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is CONFIRMED?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04688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"On the waitlist" / "registration was cancelled"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59168" y="1682496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78624" y="151790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7862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138074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window open?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209397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From 30 min before the session until the event ends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97280" y="2743200"/>
            <a:ext cx="1920240" cy="1234440"/>
          </a:xfrm>
          <a:prstGeom prst="diamond">
            <a:avLst/>
          </a:prstGeom>
          <a:solidFill>
            <a:srgbClr val="F5F3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25880" y="3081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scanned for this session?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13648" y="2039112"/>
            <a:ext cx="914" cy="63093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2670048"/>
            <a:ext cx="655624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2670048"/>
            <a:ext cx="914" cy="1188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383280" y="26974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520440" y="27889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CHECKED_IN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520440" y="30815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row saved (method QR or MANUAL) · "Welcome, Ananya!"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37033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3520440" y="3794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ALREADY_CHECKED_IN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520440" y="40873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error - tells door staff "already in at 10:02"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 flipV="1">
            <a:off x="3017520" y="3108960"/>
            <a:ext cx="365760" cy="137160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057400" y="3977640"/>
            <a:ext cx="1325880" cy="13716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989320" y="269748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144768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144768" y="312724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are random (SecureRandom), not user IDs - cannot be guessed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look-alike characters (0/O, 1/I) so codes can be typed if the camera fails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constraint: one attendance per registration per session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feedback, analytics &amp;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attendance and ratings into decisions for the next event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630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9961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give feedback?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" y="2103120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103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Event is COMPLETED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" y="2670048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700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Participant had a CONFIRMED seat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" y="3236976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2369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Checked in to ≥ 1 session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" y="3803904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8039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Has not rated this event yet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132588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64992" y="14630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58191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886200" y="14996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formulas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364992" y="2084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53712" y="20848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÷ capacity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3364992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553712" y="2560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÷ confirmed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3364992" y="3035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553712" y="3035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− attendees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3364992" y="3511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popularity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553712" y="35112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per session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3364992" y="3986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%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4553712" y="39867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answers ÷ responses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26480" y="132588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91072" y="1463040"/>
            <a:ext cx="457200" cy="45720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581912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812280" y="149961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summary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291072" y="208483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6583680" y="20848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ratings + comments → prompt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6291072" y="268833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583680" y="26883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JSON: sentiment, strengths, improvements, 3 actions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6291072" y="32918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58368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key / timeout / bad JSON → built-in analyser: keyword themes + rating stats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6291072" y="389534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583680" y="38953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cached on the event; new feedback clears it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accounts &amp; access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do what - decided on the server, from the database, on every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12087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an organizer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48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submits reason (20-1000 chars)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PENDING request at a time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→ role = ORGANIZER instantly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a note → may apply again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to admins and to the applicant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8132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6120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2148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 from SecureRandom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BCrypt hash, never plain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10 min · only the newest code works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wrong tries → locked, request a new code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reply whether the e-mail exists or not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8132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61208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21488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proves who you are (user id)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active flag re-read from DB each call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canManage = ADMIN or the event's organizer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hidden from everyone but the owner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ADMIN_EMAILS / DISABLE_DEMO_ACCOUNTS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stateless API, external services behind small adapters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 SPA)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76479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· Recharts · QR scanner &amp; tickets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74320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5087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627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31920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API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1764792"/>
            <a:ext cx="1965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290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20440" y="19568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validation + Swagger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29000" y="252374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20440" y="25603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R1-R20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29000" y="312724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20440" y="316382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429000" y="373075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520440" y="3767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roles from DB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137160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75120" y="15087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162763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2376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223760" y="1764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V1-V4 · Aiven (cloud) / local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310896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6499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143000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1143000" y="350215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Render: static site + Docker web service · Docker Compose locally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537960" y="310896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75120" y="3246120"/>
            <a:ext cx="457200" cy="45720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336499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2376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223760" y="350215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(AI) · Brevo API / Gmail SMTP (e-mail)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2697480" y="2011680"/>
            <a:ext cx="54864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265176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HTTPS/JSON + JWT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989320" y="2011680"/>
            <a:ext cx="54864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0" name="Text 33"/>
          <p:cNvSpPr txBox="1"/>
          <p:nvPr/>
        </p:nvSpPr>
        <p:spPr>
          <a:xfrm>
            <a:off x="598932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JDBC/TLS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5989320" y="3749040"/>
            <a:ext cx="54864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2" name="Text 35"/>
          <p:cNvSpPr txBox="1"/>
          <p:nvPr/>
        </p:nvSpPr>
        <p:spPr>
          <a:xfrm>
            <a:off x="598932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design decisions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code is shaped the way it 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16514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packages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282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repository; DTO records at the edges; one global error format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325880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2312" y="150876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58" y="1651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row lock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7282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locks the event row: concurrent requests can never overbook the last seat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404872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2587752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" y="273039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Clock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2807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and check-in windows are testable by moving time in tests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17720" y="2404872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82312" y="258775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958" y="273039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2807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schema V1-V4; Hibernate never changes tables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483864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" y="3666744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" y="380939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queries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32588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went from 46 to 9 SQL queries (events list 25 → 4)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17720" y="3483864"/>
            <a:ext cx="4023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82312" y="3666744"/>
            <a:ext cx="548640" cy="54864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958" y="3809390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86400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fallback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when configured, rule-based generator otherwise - demo never breaks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(MySQL)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business tables + Flyway history · foreign keys, UNIQUE and CHECK constraints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6916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C026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325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627632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UNIQUE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active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25880"/>
            <a:ext cx="178308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325880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1627632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organizer_id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· capacity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/ end / deadline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1325880"/>
            <a:ext cx="16916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13258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3792" y="1325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event_sessions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1627632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· start / 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1325880"/>
            <a:ext cx="13716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1325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88352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16276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UNIQUE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2834640"/>
            <a:ext cx="1783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834640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16352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16352" y="313639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event_id+participant UQ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· ticket_code UQ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registered_at (queue)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834640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28346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93792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313639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UQ(registration,session)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E11D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8346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313639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event+participant UQ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1-5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would_recommend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0" y="2743200"/>
            <a:ext cx="13716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27432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88352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organizer_requests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88352" y="304495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FK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decided_by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0" y="3886200"/>
            <a:ext cx="13716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38862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88352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password_reset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388352" y="41879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BCrypt hash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 · attempts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48840" y="1600200"/>
            <a:ext cx="59436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26280" y="1600200"/>
            <a:ext cx="59436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6812280" y="1600200"/>
            <a:ext cx="50292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630168" y="2368296"/>
            <a:ext cx="914" cy="4663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26280" y="3154680"/>
            <a:ext cx="59436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961888" y="2368296"/>
            <a:ext cx="914" cy="4663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280160" y="2368296"/>
            <a:ext cx="914" cy="4663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148840" y="2011680"/>
            <a:ext cx="594360" cy="10058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" y="4434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reset codes are stored only as BCrypt hashes.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organiser and participant actually 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514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registration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seats, FIFO waitlist with position, auto-promotion, overlap guard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0876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651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tickets &amp; scanner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Unguessable codes, phone-camera scanner, per-session attendance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087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6514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agenda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and room clash detection across events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973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(Gemini)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event descriptions; feedback summary with action items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15468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329732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1480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&amp; attendance rate, no-shows, session popularity, ratings, trends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15468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29732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0372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security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roles, e-mailed 6-digit reset code, organizer approval workflow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- and what each part does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reliability, explainability and zero cost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Vite 8, React 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Single-page app, fast dev server,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4, Motion, lucide icons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Glassmorphism design, dark mode, animations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&amp; QR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Recharts, qrcode.react, html5-qrcode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Dashboards; QR tickets; camera scanner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21, Spring Boot 3.5 (Web, Validation)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and all business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Security, JWT (Nimbus), BCrypt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roles, password hashing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/ Hibernate, MySQL 8, Flyway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ORM, relational DB, versioned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e-mail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API, Brevo API, Gmail SMTP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Descriptions &amp; summaries; reset codes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&amp;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springdoc Swagger, JUnit 5, MockMvc, H2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API docs; 47 automated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Compose, GitHub Actions, Render, Aiven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Containers, CI/CD, hosting, cloud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- and how AI helped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accelerated the work; every decision was reviewed and tested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 Code)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design, code, tests, debugging, deployment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457200" cy="457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90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67328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3767328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history, CI with GitHub Actions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3134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24128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IntelliJ, Maven, npm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1024128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builds, dependency management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0" y="21945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3134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67328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3767328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data, run the demo queries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3639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24128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102412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MySQL + API + web in containers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00400" y="30175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13639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767328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&amp; DevTools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376732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API tests (plus curl), network &amp; console checks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959352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4128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Aiven, Brevo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1024128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managed MySQL, transactional e-mail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200400" y="384048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959352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767328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3767328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inside the product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603504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7"/>
          <p:cNvSpPr txBox="1"/>
          <p:nvPr/>
        </p:nvSpPr>
        <p:spPr>
          <a:xfrm>
            <a:off x="62179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 with AI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621792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the problem statement, then the rules, before any code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small increments, tested each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app, found real bugs, fixed them with tests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can explain every design decision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SDLC: Iterative &amp; Incremental (Agile)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fits: requirements grew from feedback, and each increment was a working, tested product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lifecycle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40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R1-R20, API, 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121408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22576" y="1554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2240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dashboard, dark mode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94176" y="2121408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5072" y="1554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05072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240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check-in, Gemini 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76672" y="2121408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87568" y="1554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87568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14416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2240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CI/CD, cloud deploy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59168" y="2121408"/>
            <a:ext cx="128016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70064" y="1554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70064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296912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96912" y="22402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codes, organizer approval, performance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increment ran the same loop: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716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716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2860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004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342900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21792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Waterfall?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2179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changed along the way (e-mail codes, organizer approval, cloud limits). Iterations absorbed them without a restart, and tests guarded every step.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3931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SMTP blocked on free hosting → Brevo API in the next increment; slow cloud dashboard → query optimisation.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automated tests, run on every push by GitHub Actions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663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12801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652" y="1380012"/>
            <a:ext cx="184343" cy="18434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42432" y="1261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742432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fallback, e-mail adapter (mocked HTTP)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257800" y="18288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652" y="1928652"/>
            <a:ext cx="184343" cy="184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42432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5742432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+ real Flyway schema on H2 (MySQL mode)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257800" y="237744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652" y="2477292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42432" y="2359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security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5742432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MockMvc: 401 / 403 / role changes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257800" y="292608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652" y="3025932"/>
            <a:ext cx="184343" cy="18434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42432" y="2907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742432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for every bug found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5257800" y="34747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652" y="3574572"/>
            <a:ext cx="184343" cy="18434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742432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E2E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5742432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flows on laptop, Docker and cloud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5257800" y="402336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652" y="4123212"/>
            <a:ext cx="184343" cy="18434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742432" y="4005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8" name="Text 19"/>
          <p:cNvSpPr txBox="1"/>
          <p:nvPr/>
        </p:nvSpPr>
        <p:spPr>
          <a:xfrm>
            <a:off x="5742432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SQL per page: 46 → 9</a:t>
            </a:r>
            <a:endParaRPr lang="en-US" sz="950" dirty="0"/>
          </a:p>
        </p:txBody>
      </p:sp>
      <p:sp>
        <p:nvSpPr>
          <p:cNvPr id="29" name="Text 20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tested → built → live, on free tiers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1481328"/>
            <a:ext cx="548640" cy="54864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214" y="16239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84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31720" y="2057400"/>
            <a:ext cx="27432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06040" y="1371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481328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054" y="16239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06040" y="2084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60604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build · Docker images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480560" y="2057400"/>
            <a:ext cx="27432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13248" y="148132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894" y="162397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54880" y="2084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API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web service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29400" y="2057400"/>
            <a:ext cx="274320" cy="91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903720" y="1371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62088" y="148132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734" y="162397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084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Web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React site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4008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3474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 MySQL (managed, TLS required)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e-mail API (Render free blocks SMTP ports)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only in environment variables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484632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offline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4846320" y="3474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up: MySQL + API + nginx web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run-backend.ps1: local MySQL + Gmail e-mail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checks: /actuator/health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production readiness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real clients, not just the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" y="164665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4538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JWT; roles re-read from DB each request - promotion or lock-out applies instantly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32588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82312" y="150876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04" y="164665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14538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passwords; 6-digit reset codes hashed, 10-min expiry, 5-attempt lockout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" y="256032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84" y="269821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250545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responses never reveal whether an e-mail is registered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17720" y="237744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82312" y="256032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204" y="2698212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58968" y="250545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approved by an admin; ownership checks on every event action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342900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" y="361188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84" y="3749772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35570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 accounts disabled in production (DISABLE_DEMO_ACCOUNTS)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17720" y="342900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82312" y="3611880"/>
            <a:ext cx="530352" cy="530352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0204" y="3749772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58968" y="35570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allow-list, CSV formula-injection guard, secrets only in env vars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what I learned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found by running the app - each fixed and covered by a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→ 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per dashboard load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 → ~6 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before moving regions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0 failing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2895905"/>
            <a:ext cx="197510" cy="19751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87552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showed #3 instead of #2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clock precision vs MySQL microseconds - truncate timestamps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27889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5" y="2895905"/>
            <a:ext cx="197510" cy="19751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48072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columns shifted in Excel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148072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contain commas - quote every text field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3810305"/>
            <a:ext cx="197510" cy="19751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87552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failed on free hosting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987552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ports blocked - added Brevo HTTPS adapter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37033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705" y="3810305"/>
            <a:ext cx="197510" cy="19751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148072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pages in the cloud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148072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queries across continents - batch with GROUP BY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 once real organisers use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852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tickets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gateway, refunds on cancellation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6852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offline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scanner that works without internet at the door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6852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Auto-issued participation certificates for attendees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/ WhatsApp reminders to cut no-shows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Multi-organisation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colleges or companies on one platform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API next to the database (Singapore region)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  ·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108960"/>
            <a:ext cx="3840480" cy="384048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914400"/>
            <a:ext cx="3291840" cy="32918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Organizer: create event → AI description → agenda (speaker clash)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Participant: full event → cancel → waitlist promotion → QR ticket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Door: scan QR → duplicate scan → invalid ticket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analytics → AI feedback summary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 an organizer request · forgot-password code by e-mail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eventsphere-web.onrender.com  ·  github.com/Disha-Hambire/eventsphere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EventSphere - AI-powered Event Management Platform</dc:title>
  <dc:subject>PptxGenJS Presentation</dc:subject>
  <dc:creator>Disha Hambire</dc:creator>
  <cp:lastModifiedBy>Disha Hambire</cp:lastModifiedBy>
  <cp:revision>1</cp:revision>
  <dcterms:created xsi:type="dcterms:W3CDTF">2026-09-28T07:27:51Z</dcterms:created>
  <dcterms:modified xsi:type="dcterms:W3CDTF">2026-09-28T07:27:51Z</dcterms:modified>
</cp:coreProperties>
</file>